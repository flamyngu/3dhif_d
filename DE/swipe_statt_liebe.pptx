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C9541C-97F0-4BBB-7839-40108116B766}" v="48" dt="2026-02-12T18:00:59.989"/>
    <p1510:client id="{366A86A6-7B07-D5B0-39CE-3F86BDE642B2}" v="239" dt="2026-02-12T18:24:50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7CC8-95AC-276D-D5F5-FD01F97CA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Swipe </a:t>
            </a:r>
            <a:r>
              <a:rPr lang="en-US" dirty="0" err="1"/>
              <a:t>statt</a:t>
            </a:r>
            <a:r>
              <a:rPr lang="en-US" dirty="0"/>
              <a:t> Liebe?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074DB-B802-A3ED-343C-F50D914F79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Dating – </a:t>
            </a:r>
            <a:r>
              <a:rPr lang="en-US" dirty="0" err="1">
                <a:ea typeface="+mn-lt"/>
                <a:cs typeface="+mn-lt"/>
              </a:rPr>
              <a:t>Ist</a:t>
            </a:r>
            <a:r>
              <a:rPr lang="en-US" dirty="0">
                <a:ea typeface="+mn-lt"/>
                <a:cs typeface="+mn-lt"/>
              </a:rPr>
              <a:t> Online-Dating der Tod der </a:t>
            </a:r>
            <a:r>
              <a:rPr lang="en-US" dirty="0" err="1">
                <a:ea typeface="+mn-lt"/>
                <a:cs typeface="+mn-lt"/>
              </a:rPr>
              <a:t>Romantik</a:t>
            </a:r>
            <a:r>
              <a:rPr lang="en-US" dirty="0">
                <a:ea typeface="+mn-lt"/>
                <a:cs typeface="+mn-lt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CA3C4C-489F-54B0-1643-318F3C038347}"/>
              </a:ext>
            </a:extLst>
          </p:cNvPr>
          <p:cNvSpPr txBox="1"/>
          <p:nvPr/>
        </p:nvSpPr>
        <p:spPr>
          <a:xfrm>
            <a:off x="3012067" y="541452"/>
            <a:ext cx="616786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err="1"/>
              <a:t>Inhaltsverzeichnis</a:t>
            </a:r>
            <a:endParaRPr lang="en-US" sz="6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165B86-0F4F-B5C4-ABD3-6973C90F0610}"/>
              </a:ext>
            </a:extLst>
          </p:cNvPr>
          <p:cNvSpPr txBox="1"/>
          <p:nvPr/>
        </p:nvSpPr>
        <p:spPr>
          <a:xfrm>
            <a:off x="2051824" y="2596995"/>
            <a:ext cx="27704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Geschichte</a:t>
            </a:r>
            <a:r>
              <a:rPr lang="en-US" dirty="0"/>
              <a:t> der </a:t>
            </a:r>
            <a:r>
              <a:rPr lang="en-US" dirty="0" err="1"/>
              <a:t>Romantik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29103-F516-4705-F7CC-F882535055AD}"/>
              </a:ext>
            </a:extLst>
          </p:cNvPr>
          <p:cNvSpPr txBox="1"/>
          <p:nvPr/>
        </p:nvSpPr>
        <p:spPr>
          <a:xfrm>
            <a:off x="2050584" y="1940312"/>
            <a:ext cx="19489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Romantik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1FC7BD-9A8A-35A8-B66D-174F5E6AD822}"/>
              </a:ext>
            </a:extLst>
          </p:cNvPr>
          <p:cNvSpPr txBox="1"/>
          <p:nvPr/>
        </p:nvSpPr>
        <p:spPr>
          <a:xfrm>
            <a:off x="1944030" y="4122234"/>
            <a:ext cx="19576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Tinder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Zunder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7CBE6A-6477-7CAD-E1A8-4F1B7A5688CA}"/>
              </a:ext>
            </a:extLst>
          </p:cNvPr>
          <p:cNvSpPr txBox="1"/>
          <p:nvPr/>
        </p:nvSpPr>
        <p:spPr>
          <a:xfrm>
            <a:off x="1973765" y="5227443"/>
            <a:ext cx="22612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Intimität</a:t>
            </a:r>
            <a:r>
              <a:rPr lang="en-US" dirty="0"/>
              <a:t> auf </a:t>
            </a:r>
            <a:r>
              <a:rPr lang="en-US" dirty="0" err="1"/>
              <a:t>Distanz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BB7A0E-A7EE-926A-D903-E9B674E6747E}"/>
              </a:ext>
            </a:extLst>
          </p:cNvPr>
          <p:cNvSpPr txBox="1"/>
          <p:nvPr/>
        </p:nvSpPr>
        <p:spPr>
          <a:xfrm>
            <a:off x="1941552" y="3432097"/>
            <a:ext cx="18771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Mensch </a:t>
            </a:r>
            <a:r>
              <a:rPr lang="en-US" dirty="0" err="1"/>
              <a:t>als</a:t>
            </a:r>
            <a:r>
              <a:rPr lang="en-US" dirty="0"/>
              <a:t> Ware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06A127-DB2A-4F89-53D3-72F58F09A832}"/>
              </a:ext>
            </a:extLst>
          </p:cNvPr>
          <p:cNvSpPr txBox="1"/>
          <p:nvPr/>
        </p:nvSpPr>
        <p:spPr>
          <a:xfrm>
            <a:off x="1970934" y="5934218"/>
            <a:ext cx="31034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Internationaler</a:t>
            </a:r>
            <a:r>
              <a:rPr lang="en-US" dirty="0"/>
              <a:t> </a:t>
            </a:r>
            <a:r>
              <a:rPr lang="en-US" dirty="0" err="1"/>
              <a:t>Vergleich</a:t>
            </a:r>
          </a:p>
        </p:txBody>
      </p:sp>
    </p:spTree>
    <p:extLst>
      <p:ext uri="{BB962C8B-B14F-4D97-AF65-F5344CB8AC3E}">
        <p14:creationId xmlns:p14="http://schemas.microsoft.com/office/powerpoint/2010/main" val="2452894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29A819-A827-A752-27A9-6DD7789E3636}"/>
              </a:ext>
            </a:extLst>
          </p:cNvPr>
          <p:cNvSpPr txBox="1"/>
          <p:nvPr/>
        </p:nvSpPr>
        <p:spPr>
          <a:xfrm>
            <a:off x="1651572" y="2921175"/>
            <a:ext cx="930582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dirty="0"/>
              <a:t>Was </a:t>
            </a:r>
            <a:r>
              <a:rPr lang="en-US" sz="6000" err="1"/>
              <a:t>ist</a:t>
            </a:r>
            <a:r>
              <a:rPr lang="en-US" sz="6000" dirty="0"/>
              <a:t> </a:t>
            </a:r>
            <a:r>
              <a:rPr lang="en-US" sz="6000" err="1"/>
              <a:t>Romantik</a:t>
            </a:r>
            <a:r>
              <a:rPr lang="en-US" sz="6000" dirty="0"/>
              <a:t> für </a:t>
            </a:r>
            <a:r>
              <a:rPr lang="en-US" sz="6000" err="1"/>
              <a:t>euch</a:t>
            </a:r>
            <a:r>
              <a:rPr lang="en-US" sz="6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97202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Swipe statt Liebe?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62</cp:revision>
  <dcterms:created xsi:type="dcterms:W3CDTF">2026-02-12T17:55:23Z</dcterms:created>
  <dcterms:modified xsi:type="dcterms:W3CDTF">2026-02-12T18:30:56Z</dcterms:modified>
</cp:coreProperties>
</file>