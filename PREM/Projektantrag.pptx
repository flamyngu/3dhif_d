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F9DE7B-5499-8977-F94B-1A6C8E7ABDC1}" v="4" dt="2025-11-01T18:04:35.828"/>
    <p1510:client id="{526D1916-0016-549A-5E2D-5D130785AACC}" v="151" dt="2025-10-31T18:11:17.652"/>
    <p1510:client id="{92753C0A-B345-0296-17DE-7311403BF707}" v="385" dt="2025-11-02T15:09:27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PinPoints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 LEMOn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1E92-7CA6-46AD-26C1-4D4AB1BF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0E044-5551-B343-5E87-B05E40642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Fehlende</a:t>
            </a:r>
            <a:r>
              <a:rPr lang="en-US" dirty="0"/>
              <a:t> </a:t>
            </a:r>
            <a:r>
              <a:rPr lang="en-US" dirty="0" err="1"/>
              <a:t>Übersichtlichkeit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öffentlichen</a:t>
            </a:r>
            <a:r>
              <a:rPr lang="en-US" dirty="0"/>
              <a:t> </a:t>
            </a:r>
            <a:r>
              <a:rPr lang="en-US" dirty="0" err="1"/>
              <a:t>Räumen</a:t>
            </a:r>
          </a:p>
        </p:txBody>
      </p:sp>
    </p:spTree>
    <p:extLst>
      <p:ext uri="{BB962C8B-B14F-4D97-AF65-F5344CB8AC3E}">
        <p14:creationId xmlns:p14="http://schemas.microsoft.com/office/powerpoint/2010/main" val="2555769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BC4F-8482-FA66-53B9-AAAE3836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Projektidee</a:t>
            </a:r>
            <a:r>
              <a:rPr lang="en-US" dirty="0"/>
              <a:t>   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1697-B86B-E7E0-3C30-BB986B3AD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/>
              <a:t>Was </a:t>
            </a:r>
            <a:r>
              <a:rPr lang="en-US" dirty="0" err="1"/>
              <a:t>machen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eigentlich</a:t>
            </a:r>
            <a:r>
              <a:rPr lang="en-US" dirty="0"/>
              <a:t>?</a:t>
            </a:r>
          </a:p>
          <a:p>
            <a:pPr marL="457200" indent="-457200"/>
            <a:r>
              <a:rPr lang="en-US" dirty="0" err="1"/>
              <a:t>Hauptziel</a:t>
            </a:r>
            <a:r>
              <a:rPr lang="en-US" dirty="0"/>
              <a:t> </a:t>
            </a:r>
          </a:p>
          <a:p>
            <a:pPr marL="457200" indent="-457200"/>
            <a:r>
              <a:rPr lang="en-US" dirty="0" err="1"/>
              <a:t>Kannziel</a:t>
            </a:r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2BFFF7-757C-7CF9-7BBC-6B6DF721A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052" y="3720874"/>
            <a:ext cx="57435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5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D79D-E98C-BC20-3691-0876E35A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Marktanalyse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0AE78-A946-DE2F-B5A8-E322DF27E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Competion</a:t>
            </a:r>
            <a:r>
              <a:rPr lang="en-US" dirty="0"/>
              <a:t>: Maps</a:t>
            </a:r>
          </a:p>
          <a:p>
            <a:r>
              <a:rPr lang="en-US" dirty="0"/>
              <a:t>Was </a:t>
            </a:r>
            <a:r>
              <a:rPr lang="en-US" dirty="0" err="1"/>
              <a:t>macht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besser</a:t>
            </a:r>
            <a:r>
              <a:rPr lang="en-US" dirty="0"/>
              <a:t>? </a:t>
            </a:r>
            <a:r>
              <a:rPr lang="en-US" dirty="0" err="1"/>
              <a:t>Wieso</a:t>
            </a:r>
            <a:r>
              <a:rPr lang="en-US" dirty="0"/>
              <a:t> </a:t>
            </a:r>
            <a:r>
              <a:rPr lang="en-US" dirty="0" err="1"/>
              <a:t>sollte</a:t>
            </a:r>
            <a:r>
              <a:rPr lang="en-US" dirty="0"/>
              <a:t> man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wählen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6323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4AD0-904A-AE36-7984-4334DFCD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Zielgruppe</a:t>
            </a:r>
            <a:r>
              <a:rPr lang="en-US" dirty="0"/>
              <a:t>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C276E-3C3F-A4D1-D3A9-DF70B7152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Wen </a:t>
            </a:r>
            <a:r>
              <a:rPr lang="en-US" dirty="0" err="1"/>
              <a:t>sprechen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an?</a:t>
            </a:r>
          </a:p>
          <a:p>
            <a:r>
              <a:rPr lang="en-US" dirty="0" err="1"/>
              <a:t>Wer</a:t>
            </a:r>
            <a:r>
              <a:rPr lang="en-US" dirty="0"/>
              <a:t> </a:t>
            </a:r>
            <a:r>
              <a:rPr lang="en-US" dirty="0" err="1"/>
              <a:t>profitiert</a:t>
            </a:r>
            <a:r>
              <a:rPr lang="en-US" dirty="0"/>
              <a:t> </a:t>
            </a:r>
            <a:r>
              <a:rPr lang="en-US" dirty="0" err="1"/>
              <a:t>davon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4089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8DCCE-F9C3-B74F-DAC7-2D243415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Technische</a:t>
            </a:r>
            <a:r>
              <a:rPr lang="en-US" dirty="0"/>
              <a:t> </a:t>
            </a:r>
            <a:r>
              <a:rPr lang="en-US" dirty="0" err="1"/>
              <a:t>Umsetzung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BD6B1-2692-444E-03D9-3DE3071D1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Technologien</a:t>
            </a:r>
            <a:r>
              <a:rPr lang="en-US" dirty="0"/>
              <a:t>, Frameworks, tools </a:t>
            </a:r>
            <a:r>
              <a:rPr lang="en-US" dirty="0" err="1"/>
              <a:t>verwenden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?</a:t>
            </a:r>
          </a:p>
          <a:p>
            <a:r>
              <a:rPr lang="en-US" dirty="0"/>
              <a:t>Was für Hardware </a:t>
            </a:r>
            <a:r>
              <a:rPr lang="en-US" dirty="0" err="1"/>
              <a:t>brauchen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?</a:t>
            </a:r>
          </a:p>
          <a:p>
            <a:r>
              <a:rPr lang="en-US" dirty="0"/>
              <a:t>Chen </a:t>
            </a:r>
            <a:r>
              <a:rPr lang="en-US" dirty="0" err="1"/>
              <a:t>Diagramm</a:t>
            </a:r>
            <a:r>
              <a:rPr lang="en-US" dirty="0"/>
              <a:t>:)(?)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B706D-7A1D-8EC9-9400-3CE6D0E66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727" y="3096986"/>
            <a:ext cx="60864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13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A1AD-EE19-0FF1-E73D-DE08799E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Projektphasen</a:t>
            </a:r>
            <a:r>
              <a:rPr lang="en-US" dirty="0"/>
              <a:t> &amp; </a:t>
            </a:r>
            <a:r>
              <a:rPr lang="en-US" dirty="0" err="1"/>
              <a:t>Meilensteine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035DBC-5835-C3B0-FBC2-831664D54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9505" y="1825625"/>
            <a:ext cx="52129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8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B4C9-121C-B241-C87C-5D5B7BB4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Risiken</a:t>
            </a:r>
            <a:r>
              <a:rPr lang="en-US" dirty="0"/>
              <a:t> &amp; </a:t>
            </a:r>
            <a:r>
              <a:rPr lang="en-US" dirty="0" err="1"/>
              <a:t>Lösungen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35DBD-7EC3-07CD-B1BC-D536D0639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Was für </a:t>
            </a:r>
            <a:r>
              <a:rPr lang="en-US" dirty="0" err="1"/>
              <a:t>Risiken</a:t>
            </a:r>
            <a:r>
              <a:rPr lang="en-US" dirty="0"/>
              <a:t> </a:t>
            </a:r>
            <a:r>
              <a:rPr lang="en-US" dirty="0" err="1"/>
              <a:t>gibt</a:t>
            </a:r>
            <a:r>
              <a:rPr lang="en-US" dirty="0"/>
              <a:t> es?</a:t>
            </a:r>
          </a:p>
          <a:p>
            <a:r>
              <a:rPr lang="en-US" dirty="0"/>
              <a:t>Wie </a:t>
            </a:r>
            <a:r>
              <a:rPr lang="en-US" dirty="0" err="1"/>
              <a:t>vermeiden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9DE5C4-ABCE-B2B8-9CB1-66E1910DD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218" y="1941059"/>
            <a:ext cx="57531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5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3BB1-6044-F11E-E604-D42DC9EF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Ergebnisse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F1724-48CB-E2F8-B653-AB06F2F1A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Was </a:t>
            </a:r>
            <a:r>
              <a:rPr lang="en-US" dirty="0" err="1"/>
              <a:t>erwarten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28FAA-DEAC-F22B-D94E-79959342E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086" y="156482"/>
            <a:ext cx="5933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10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07CA-4DE6-29D8-FB04-6CF2B7FA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Ausblick</a:t>
            </a:r>
            <a:r>
              <a:rPr lang="en-US" dirty="0"/>
              <a:t> / </a:t>
            </a:r>
            <a:r>
              <a:rPr lang="en-US" dirty="0" err="1"/>
              <a:t>Weiterentwicklung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2BEF-96E7-DAD6-AE92-5C7103813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Wie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die App </a:t>
            </a:r>
            <a:r>
              <a:rPr lang="en-US" dirty="0" err="1"/>
              <a:t>weiterentwickeln</a:t>
            </a:r>
            <a:r>
              <a:rPr lang="en-US" dirty="0"/>
              <a:t>?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ADDC8F-F7D2-B274-8347-04DF53E36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654" y="3501799"/>
            <a:ext cx="43053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4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021A3-6B2C-8B27-35B6-6B3985EE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Vielen</a:t>
            </a:r>
            <a:r>
              <a:rPr lang="en-US" dirty="0"/>
              <a:t> Dank für </a:t>
            </a:r>
            <a:r>
              <a:rPr lang="en-US" dirty="0" err="1"/>
              <a:t>eure</a:t>
            </a:r>
            <a:r>
              <a:rPr lang="en-US" dirty="0"/>
              <a:t> </a:t>
            </a:r>
            <a:r>
              <a:rPr lang="en-US" dirty="0" err="1"/>
              <a:t>Aufmerksamkeit</a:t>
            </a:r>
            <a:r>
              <a:rPr lang="en-US" dirty="0"/>
              <a:t> </a:t>
            </a:r>
          </a:p>
        </p:txBody>
      </p:sp>
      <p:pic>
        <p:nvPicPr>
          <p:cNvPr id="4" name="Content Placeholder 3" descr="Daumen hoch Smiley">
            <a:extLst>
              <a:ext uri="{FF2B5EF4-FFF2-40B4-BE49-F238E27FC236}">
                <a16:creationId xmlns:a16="http://schemas.microsoft.com/office/drawing/2014/main" id="{74A293C9-779A-B05E-EC64-BD82905FC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2762" y="2601119"/>
            <a:ext cx="60864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03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PinPoints</vt:lpstr>
      <vt:lpstr>Problem </vt:lpstr>
      <vt:lpstr>Projektidee   </vt:lpstr>
      <vt:lpstr>Marktanalyse</vt:lpstr>
      <vt:lpstr>Zielgruppe  </vt:lpstr>
      <vt:lpstr>Technische Umsetzung</vt:lpstr>
      <vt:lpstr>Projektphasen &amp; Meilensteine</vt:lpstr>
      <vt:lpstr>Risiken &amp; Lösungen </vt:lpstr>
      <vt:lpstr>Ergebnisse</vt:lpstr>
      <vt:lpstr>Ausblick / Weiterentwicklung</vt:lpstr>
      <vt:lpstr>Vielen Dank für eure Aufmerksamkeit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316</cp:revision>
  <dcterms:created xsi:type="dcterms:W3CDTF">2025-10-31T18:00:14Z</dcterms:created>
  <dcterms:modified xsi:type="dcterms:W3CDTF">2025-11-02T15:10:27Z</dcterms:modified>
</cp:coreProperties>
</file>